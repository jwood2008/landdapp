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5F5F5"/>
                </a:solidFill>
                <a:latin typeface="Calibri"/>
              </a:defRPr>
            </a:pPr>
            <a:r>
              <a:t>"In the last 18 months, Big Tech has spent over $150 billion</a:t>
            </a:r>
            <a:br/>
            <a:r>
              <a:t>building AI data centers. Guess what they're building them on?"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2C55E"/>
                </a:solidFill>
                <a:latin typeface="Calibri"/>
              </a:defRPr>
            </a:pPr>
            <a:r>
              <a:rPr lang="en-US" dirty="0"/>
              <a:t>Farml</a:t>
            </a:r>
            <a:r>
              <a:rPr dirty="0"/>
              <a:t>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1A1AA"/>
                </a:solidFill>
                <a:latin typeface="Calibri"/>
              </a:defRPr>
            </a:pPr>
            <a:r>
              <a:t>A finite resource. Two mega-trends competing for it.</a:t>
            </a:r>
            <a:br/>
            <a:r>
              <a:t>Global food demand rises 50% by 2050. AI infrastructure is accelerating.</a:t>
            </a:r>
            <a:br/>
            <a:r>
              <a:t>And 99% of people can't invest in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71717A"/>
                </a:solidFill>
                <a:latin typeface="Calibri"/>
              </a:defRPr>
            </a:pPr>
            <a:r>
              <a:t>TierraDex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The world's oldest asset class still trades like it's 1950.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3108960" cy="292608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F4444"/>
                </a:solidFill>
                <a:latin typeface="Calibri"/>
              </a:defRPr>
            </a:pPr>
            <a:r>
              <a:t>$30T+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023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Calibri"/>
              </a:defRPr>
            </a:pPr>
            <a:r>
              <a:t>Global land &amp;</a:t>
            </a:r>
            <a:br/>
            <a:r>
              <a:t>agricultural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Massive. Untapped.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743200"/>
            <a:ext cx="3108960" cy="292608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F4444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023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Calibri"/>
              </a:defRPr>
            </a:pPr>
            <a:r>
              <a:t>Average time</a:t>
            </a:r>
            <a:br/>
            <a:r>
              <a:t>to close a deal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Paper deeds. Lawyers.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743200"/>
            <a:ext cx="3108960" cy="292608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9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F4444"/>
                </a:solidFill>
                <a:latin typeface="Calibri"/>
              </a:defRPr>
            </a:pPr>
            <a:r>
              <a:t>$500K+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4023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Calibri"/>
              </a:defRPr>
            </a:pPr>
            <a:r>
              <a:t>Minimum</a:t>
            </a:r>
            <a:br/>
            <a:r>
              <a:t>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Locked out. Inaccessible.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5F5F5"/>
                </a:solidFill>
                <a:latin typeface="Calibri"/>
              </a:defRPr>
            </a:pPr>
            <a:r>
              <a:t>TierraDex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A1A1AA"/>
                </a:solidFill>
                <a:latin typeface="Calibri"/>
              </a:defRPr>
            </a:pPr>
            <a:r>
              <a:t>Tokenized land &amp; agricultural assets on the XRP Ledger.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3108960" cy="25603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3108960" cy="4572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3749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Fractional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480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Calibri"/>
              </a:defRPr>
            </a:pPr>
            <a:r>
              <a:t>Buy a stake in land assets</a:t>
            </a:r>
            <a:br/>
            <a:r>
              <a:t>for as little as $50.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291840"/>
            <a:ext cx="3108960" cy="25603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3291840"/>
            <a:ext cx="3108960" cy="4572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3749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Real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480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Calibri"/>
              </a:defRPr>
            </a:pPr>
            <a:r>
              <a:t>Revenue from leases, rent</a:t>
            </a:r>
            <a:br/>
            <a:r>
              <a:t>&amp; harvest sent to your wallet.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3291840"/>
            <a:ext cx="3108960" cy="25603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19" y="3291840"/>
            <a:ext cx="3108960" cy="45720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9" y="3749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Liquid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4480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Calibri"/>
              </a:defRPr>
            </a:pPr>
            <a:r>
              <a:t>Trade tokens on the built-in</a:t>
            </a:r>
            <a:br/>
            <a:r>
              <a:t>XRPL DEX. No lockups.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WHY XRPL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Purpose-built for real-world assets.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56032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  <a:latin typeface="Calibri"/>
              </a:defRPr>
            </a:pPr>
            <a:r>
              <a:t>3–5 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Calibri"/>
              </a:defRPr>
            </a:pPr>
            <a:r>
              <a:t>Settlement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749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Transactions finalize in seconds,</a:t>
            </a:r>
            <a:br/>
            <a:r>
              <a:t>not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~$0.0001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Calibri"/>
              </a:defRPr>
            </a:pPr>
            <a:r>
              <a:t>Transaction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Near-zero cost per trade.</a:t>
            </a:r>
            <a:br/>
            <a:r>
              <a:t>No gas wars.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66344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BF24"/>
                </a:solidFill>
                <a:latin typeface="Calibri"/>
              </a:defRPr>
            </a:pPr>
            <a:r>
              <a:t>Built-in 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Calibri"/>
              </a:defRPr>
            </a:pPr>
            <a:r>
              <a:t>Native Liquidity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8521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Secondary market trading without</a:t>
            </a:r>
            <a:br/>
            <a:r>
              <a:t>third-party exchanges.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6344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  <a:latin typeface="Calibri"/>
              </a:defRPr>
            </a:pPr>
            <a:r>
              <a:t>No Smart Contracts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Calibri"/>
              </a:defRPr>
            </a:pPr>
            <a:r>
              <a:t>Native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8521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Token functionality at the protocol</a:t>
            </a:r>
            <a:br/>
            <a:r>
              <a:t>level. No exploit surface.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From dirt to digital in four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2377440" cy="292608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Calibri"/>
              </a:defRPr>
            </a:pPr>
            <a:r>
              <a:t>Onboard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Issuer uploads land deed,</a:t>
            </a:r>
            <a:br/>
            <a:r>
              <a:t>appraisal &amp; legal docs.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4114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743200"/>
            <a:ext cx="2377440" cy="292608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59" y="3017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Calibri"/>
              </a:defRPr>
            </a:pPr>
            <a:r>
              <a:t>Mint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4297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Fractional ownership tokens</a:t>
            </a:r>
            <a:br/>
            <a:r>
              <a:t>created on XRPL.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9" y="4114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377440" cy="292608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Calibri"/>
              </a:defRPr>
            </a:pPr>
            <a:r>
              <a:t>Investors 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Purchase on TierraDex</a:t>
            </a:r>
            <a:br/>
            <a:r>
              <a:t>marketplace or XRPL DEX.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114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743200"/>
            <a:ext cx="2377440" cy="292608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79" y="3017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Calibri"/>
              </a:defRPr>
            </a:pPr>
            <a:r>
              <a:t>Earn Yield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4297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Revenue auto-distributes</a:t>
            </a:r>
            <a:br/>
            <a:r>
              <a:t>to token holders on-chain.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852160"/>
            <a:ext cx="100584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0" y="5897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Calibri"/>
              </a:defRPr>
            </a:pPr>
            <a:r>
              <a:t>🤖  AI Oracle monitors production data &amp; triggers distributions autonomously — no middleman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Three converging mega-trends.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0058400" cy="1234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6974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Calibri"/>
              </a:defRPr>
            </a:pPr>
            <a:r>
              <a:t>$150B+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Calibri"/>
              </a:defRPr>
            </a:pPr>
            <a:r>
              <a:t>AI Infrastructure Boom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$150B+ invested in data centers on rural &amp; agricultural land.</a:t>
            </a:r>
            <a:br/>
            <a:r>
              <a:t>Demand for land is accelerating, not slowing.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886200"/>
            <a:ext cx="10058400" cy="1234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114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+50%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Calibri"/>
              </a:defRPr>
            </a:pPr>
            <a:r>
              <a:t>Global Food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480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Population growth + climate change = 50% more food</a:t>
            </a:r>
            <a:br/>
            <a:r>
              <a:t>needed by 2050. Land is the bottleneck.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303520"/>
            <a:ext cx="10058400" cy="1234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5532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Calibri"/>
              </a:defRPr>
            </a:pPr>
            <a:r>
              <a:t>$16T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440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Calibri"/>
              </a:defRPr>
            </a:pPr>
            <a:r>
              <a:t>Tokenization Wave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897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BlackRock, BCG project $16T in tokenized assets by 2030.</a:t>
            </a:r>
            <a:br/>
            <a:r>
              <a:t>Real estate leads the charge.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  <a:latin typeface="Calibri"/>
              </a:defRPr>
            </a:pPr>
            <a:r>
              <a:t>The Robinhood of land investment.</a:t>
            </a:r>
            <a:br/>
            <a:r>
              <a:t>Built on XRP.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1A1AA"/>
                </a:solidFill>
                <a:latin typeface="Calibri"/>
              </a:defRPr>
            </a:pPr>
            <a:r>
              <a:t>The land market is about to explode. We're the rails.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Calibri"/>
              </a:defRPr>
            </a:pPr>
            <a:r>
              <a:t>tierradex.com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1717A"/>
                </a:solidFill>
                <a:latin typeface="Calibri"/>
              </a:defRPr>
            </a:pPr>
            <a:r>
              <a:t>James Wood  ·  Founder  ·  XRP Las Vegas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437</Words>
  <Application>Microsoft Macintosh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Wood</cp:lastModifiedBy>
  <cp:revision>2</cp:revision>
  <dcterms:created xsi:type="dcterms:W3CDTF">2013-01-27T09:14:16Z</dcterms:created>
  <dcterms:modified xsi:type="dcterms:W3CDTF">2026-03-21T18:27:16Z</dcterms:modified>
  <cp:category/>
</cp:coreProperties>
</file>